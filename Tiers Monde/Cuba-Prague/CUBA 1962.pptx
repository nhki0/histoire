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1" r:id="rId7"/>
    <p:sldId id="260" r:id="rId8"/>
    <p:sldId id="262" r:id="rId9"/>
    <p:sldId id="264" r:id="rId10"/>
    <p:sldId id="265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5"/>
    <a:srgbClr val="FFFFFF"/>
    <a:srgbClr val="000000"/>
    <a:srgbClr val="3F3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3FCDF4-B531-4613-BA07-1E6A1450D77B}" v="367" dt="2022-01-06T01:29:58.5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é Guengant" userId="4b0e3b11237d8eba" providerId="LiveId" clId="{403FCDF4-B531-4613-BA07-1E6A1450D77B}"/>
    <pc:docChg chg="undo custSel addSld delSld modSld sldOrd modMainMaster">
      <pc:chgData name="Noé Guengant" userId="4b0e3b11237d8eba" providerId="LiveId" clId="{403FCDF4-B531-4613-BA07-1E6A1450D77B}" dt="2022-01-06T01:30:17.038" v="445" actId="207"/>
      <pc:docMkLst>
        <pc:docMk/>
      </pc:docMkLst>
      <pc:sldChg chg="addSp delSp modSp">
        <pc:chgData name="Noé Guengant" userId="4b0e3b11237d8eba" providerId="LiveId" clId="{403FCDF4-B531-4613-BA07-1E6A1450D77B}" dt="2022-01-06T01:13:58.726" v="140" actId="478"/>
        <pc:sldMkLst>
          <pc:docMk/>
          <pc:sldMk cId="233416688" sldId="256"/>
        </pc:sldMkLst>
        <pc:picChg chg="add del mod">
          <ac:chgData name="Noé Guengant" userId="4b0e3b11237d8eba" providerId="LiveId" clId="{403FCDF4-B531-4613-BA07-1E6A1450D77B}" dt="2022-01-06T01:11:40.361" v="126" actId="478"/>
          <ac:picMkLst>
            <pc:docMk/>
            <pc:sldMk cId="233416688" sldId="256"/>
            <ac:picMk id="5" creationId="{0EDD691A-250F-4D35-8744-999DD5409500}"/>
          </ac:picMkLst>
        </pc:picChg>
        <pc:picChg chg="add del mod">
          <ac:chgData name="Noé Guengant" userId="4b0e3b11237d8eba" providerId="LiveId" clId="{403FCDF4-B531-4613-BA07-1E6A1450D77B}" dt="2022-01-06T01:11:41.775" v="127" actId="478"/>
          <ac:picMkLst>
            <pc:docMk/>
            <pc:sldMk cId="233416688" sldId="256"/>
            <ac:picMk id="6" creationId="{2C5477F6-2857-403A-A7D6-CDDCFC6F0B74}"/>
          </ac:picMkLst>
        </pc:picChg>
        <pc:picChg chg="add del mod">
          <ac:chgData name="Noé Guengant" userId="4b0e3b11237d8eba" providerId="LiveId" clId="{403FCDF4-B531-4613-BA07-1E6A1450D77B}" dt="2022-01-06T01:13:58.726" v="140" actId="478"/>
          <ac:picMkLst>
            <pc:docMk/>
            <pc:sldMk cId="233416688" sldId="256"/>
            <ac:picMk id="6146" creationId="{C10BD34D-6103-4DA0-9B61-D8E2F6F8D701}"/>
          </ac:picMkLst>
        </pc:picChg>
      </pc:sldChg>
      <pc:sldChg chg="addSp delSp modSp mod">
        <pc:chgData name="Noé Guengant" userId="4b0e3b11237d8eba" providerId="LiveId" clId="{403FCDF4-B531-4613-BA07-1E6A1450D77B}" dt="2022-01-06T01:30:17.038" v="445" actId="207"/>
        <pc:sldMkLst>
          <pc:docMk/>
          <pc:sldMk cId="577901983" sldId="257"/>
        </pc:sldMkLst>
        <pc:spChg chg="add del mod">
          <ac:chgData name="Noé Guengant" userId="4b0e3b11237d8eba" providerId="LiveId" clId="{403FCDF4-B531-4613-BA07-1E6A1450D77B}" dt="2022-01-06T01:30:17.038" v="445" actId="207"/>
          <ac:spMkLst>
            <pc:docMk/>
            <pc:sldMk cId="577901983" sldId="257"/>
            <ac:spMk id="4" creationId="{EE726302-7D9B-42DB-9079-FB9989833C56}"/>
          </ac:spMkLst>
        </pc:spChg>
        <pc:spChg chg="add del mod">
          <ac:chgData name="Noé Guengant" userId="4b0e3b11237d8eba" providerId="LiveId" clId="{403FCDF4-B531-4613-BA07-1E6A1450D77B}" dt="2022-01-06T01:26:15.017" v="250" actId="11529"/>
          <ac:spMkLst>
            <pc:docMk/>
            <pc:sldMk cId="577901983" sldId="257"/>
            <ac:spMk id="5" creationId="{DB853A94-CC71-4121-BF53-B291B90E1ECF}"/>
          </ac:spMkLst>
        </pc:spChg>
        <pc:spChg chg="add del mod">
          <ac:chgData name="Noé Guengant" userId="4b0e3b11237d8eba" providerId="LiveId" clId="{403FCDF4-B531-4613-BA07-1E6A1450D77B}" dt="2022-01-06T01:26:27.893" v="252" actId="11529"/>
          <ac:spMkLst>
            <pc:docMk/>
            <pc:sldMk cId="577901983" sldId="257"/>
            <ac:spMk id="6" creationId="{BD2C6F74-8EC2-4241-B863-AE07BE8CAD1A}"/>
          </ac:spMkLst>
        </pc:spChg>
        <pc:picChg chg="mod">
          <ac:chgData name="Noé Guengant" userId="4b0e3b11237d8eba" providerId="LiveId" clId="{403FCDF4-B531-4613-BA07-1E6A1450D77B}" dt="2022-01-06T01:29:58.576" v="444"/>
          <ac:picMkLst>
            <pc:docMk/>
            <pc:sldMk cId="577901983" sldId="257"/>
            <ac:picMk id="1026" creationId="{D1311207-E72D-49E7-986B-689325D4929E}"/>
          </ac:picMkLst>
        </pc:picChg>
      </pc:sldChg>
      <pc:sldChg chg="setBg">
        <pc:chgData name="Noé Guengant" userId="4b0e3b11237d8eba" providerId="LiveId" clId="{403FCDF4-B531-4613-BA07-1E6A1450D77B}" dt="2022-01-06T00:56:02.830" v="20"/>
        <pc:sldMkLst>
          <pc:docMk/>
          <pc:sldMk cId="3377396945" sldId="258"/>
        </pc:sldMkLst>
      </pc:sldChg>
      <pc:sldChg chg="addSp delSp modSp new mod setBg setClrOvrMap">
        <pc:chgData name="Noé Guengant" userId="4b0e3b11237d8eba" providerId="LiveId" clId="{403FCDF4-B531-4613-BA07-1E6A1450D77B}" dt="2022-01-06T01:07:35.918" v="90" actId="14100"/>
        <pc:sldMkLst>
          <pc:docMk/>
          <pc:sldMk cId="1350898838" sldId="259"/>
        </pc:sldMkLst>
        <pc:spChg chg="add del">
          <ac:chgData name="Noé Guengant" userId="4b0e3b11237d8eba" providerId="LiveId" clId="{403FCDF4-B531-4613-BA07-1E6A1450D77B}" dt="2022-01-06T00:57:11.543" v="31" actId="26606"/>
          <ac:spMkLst>
            <pc:docMk/>
            <pc:sldMk cId="1350898838" sldId="259"/>
            <ac:spMk id="73" creationId="{D99D2C73-08B0-4F6B-A8E9-4651E6BDBE48}"/>
          </ac:spMkLst>
        </pc:spChg>
        <pc:spChg chg="add del">
          <ac:chgData name="Noé Guengant" userId="4b0e3b11237d8eba" providerId="LiveId" clId="{403FCDF4-B531-4613-BA07-1E6A1450D77B}" dt="2022-01-06T00:57:11.543" v="31" actId="26606"/>
          <ac:spMkLst>
            <pc:docMk/>
            <pc:sldMk cId="1350898838" sldId="259"/>
            <ac:spMk id="75" creationId="{968DB88C-7EF2-487C-85D1-848F61F13E3F}"/>
          </ac:spMkLst>
        </pc:spChg>
        <pc:spChg chg="add del">
          <ac:chgData name="Noé Guengant" userId="4b0e3b11237d8eba" providerId="LiveId" clId="{403FCDF4-B531-4613-BA07-1E6A1450D77B}" dt="2022-01-06T01:06:10.442" v="73" actId="26606"/>
          <ac:spMkLst>
            <pc:docMk/>
            <pc:sldMk cId="1350898838" sldId="259"/>
            <ac:spMk id="86" creationId="{19E301E5-1206-47D0-9CDF-72583D739089}"/>
          </ac:spMkLst>
        </pc:spChg>
        <pc:spChg chg="add del">
          <ac:chgData name="Noé Guengant" userId="4b0e3b11237d8eba" providerId="LiveId" clId="{403FCDF4-B531-4613-BA07-1E6A1450D77B}" dt="2022-01-06T01:06:10.442" v="73" actId="26606"/>
          <ac:spMkLst>
            <pc:docMk/>
            <pc:sldMk cId="1350898838" sldId="259"/>
            <ac:spMk id="88" creationId="{AFA31FBE-7948-4384-B68A-75DEFDC4955A}"/>
          </ac:spMkLst>
        </pc:spChg>
        <pc:spChg chg="add del">
          <ac:chgData name="Noé Guengant" userId="4b0e3b11237d8eba" providerId="LiveId" clId="{403FCDF4-B531-4613-BA07-1E6A1450D77B}" dt="2022-01-06T00:55:12.251" v="7" actId="26606"/>
          <ac:spMkLst>
            <pc:docMk/>
            <pc:sldMk cId="1350898838" sldId="259"/>
            <ac:spMk id="137" creationId="{22C6C9C9-83BF-4A6C-A1BF-C1735C61B4FF}"/>
          </ac:spMkLst>
        </pc:spChg>
        <pc:spChg chg="add del">
          <ac:chgData name="Noé Guengant" userId="4b0e3b11237d8eba" providerId="LiveId" clId="{403FCDF4-B531-4613-BA07-1E6A1450D77B}" dt="2022-01-06T00:55:39.471" v="13" actId="26606"/>
          <ac:spMkLst>
            <pc:docMk/>
            <pc:sldMk cId="1350898838" sldId="259"/>
            <ac:spMk id="139" creationId="{23D0EF74-AD1E-4FD9-914D-8EC9058EBBA3}"/>
          </ac:spMkLst>
        </pc:spChg>
        <pc:spChg chg="add del">
          <ac:chgData name="Noé Guengant" userId="4b0e3b11237d8eba" providerId="LiveId" clId="{403FCDF4-B531-4613-BA07-1E6A1450D77B}" dt="2022-01-06T00:55:24.652" v="11" actId="26606"/>
          <ac:spMkLst>
            <pc:docMk/>
            <pc:sldMk cId="1350898838" sldId="259"/>
            <ac:spMk id="3078" creationId="{80CCAACE-815D-4A79-875A-B7EFC28F7D2B}"/>
          </ac:spMkLst>
        </pc:spChg>
        <pc:spChg chg="add del">
          <ac:chgData name="Noé Guengant" userId="4b0e3b11237d8eba" providerId="LiveId" clId="{403FCDF4-B531-4613-BA07-1E6A1450D77B}" dt="2022-01-06T00:56:43.230" v="26" actId="26606"/>
          <ac:spMkLst>
            <pc:docMk/>
            <pc:sldMk cId="1350898838" sldId="259"/>
            <ac:spMk id="3079" creationId="{D99D2C73-08B0-4F6B-A8E9-4651E6BDBE48}"/>
          </ac:spMkLst>
        </pc:spChg>
        <pc:spChg chg="add del">
          <ac:chgData name="Noé Guengant" userId="4b0e3b11237d8eba" providerId="LiveId" clId="{403FCDF4-B531-4613-BA07-1E6A1450D77B}" dt="2022-01-06T00:55:39.471" v="13" actId="26606"/>
          <ac:spMkLst>
            <pc:docMk/>
            <pc:sldMk cId="1350898838" sldId="259"/>
            <ac:spMk id="3080" creationId="{9E90EB45-EEE9-4563-8179-65EF62AE0978}"/>
          </ac:spMkLst>
        </pc:spChg>
        <pc:spChg chg="add del">
          <ac:chgData name="Noé Guengant" userId="4b0e3b11237d8eba" providerId="LiveId" clId="{403FCDF4-B531-4613-BA07-1E6A1450D77B}" dt="2022-01-06T00:56:43.230" v="26" actId="26606"/>
          <ac:spMkLst>
            <pc:docMk/>
            <pc:sldMk cId="1350898838" sldId="259"/>
            <ac:spMk id="3081" creationId="{968DB88C-7EF2-487C-85D1-848F61F13E3F}"/>
          </ac:spMkLst>
        </pc:spChg>
        <pc:spChg chg="add del">
          <ac:chgData name="Noé Guengant" userId="4b0e3b11237d8eba" providerId="LiveId" clId="{403FCDF4-B531-4613-BA07-1E6A1450D77B}" dt="2022-01-06T00:56:50.580" v="28" actId="26606"/>
          <ac:spMkLst>
            <pc:docMk/>
            <pc:sldMk cId="1350898838" sldId="259"/>
            <ac:spMk id="3083" creationId="{9E90EB45-EEE9-4563-8179-65EF62AE0978}"/>
          </ac:spMkLst>
        </pc:spChg>
        <pc:spChg chg="add del">
          <ac:chgData name="Noé Guengant" userId="4b0e3b11237d8eba" providerId="LiveId" clId="{403FCDF4-B531-4613-BA07-1E6A1450D77B}" dt="2022-01-06T00:56:50.580" v="28" actId="26606"/>
          <ac:spMkLst>
            <pc:docMk/>
            <pc:sldMk cId="1350898838" sldId="259"/>
            <ac:spMk id="3084" creationId="{23D0EF74-AD1E-4FD9-914D-8EC9058EBBA3}"/>
          </ac:spMkLst>
        </pc:spChg>
        <pc:spChg chg="add del">
          <ac:chgData name="Noé Guengant" userId="4b0e3b11237d8eba" providerId="LiveId" clId="{403FCDF4-B531-4613-BA07-1E6A1450D77B}" dt="2022-01-06T00:57:11.528" v="30" actId="26606"/>
          <ac:spMkLst>
            <pc:docMk/>
            <pc:sldMk cId="1350898838" sldId="259"/>
            <ac:spMk id="3086" creationId="{80CCAACE-815D-4A79-875A-B7EFC28F7D2B}"/>
          </ac:spMkLst>
        </pc:spChg>
        <pc:spChg chg="add del">
          <ac:chgData name="Noé Guengant" userId="4b0e3b11237d8eba" providerId="LiveId" clId="{403FCDF4-B531-4613-BA07-1E6A1450D77B}" dt="2022-01-06T01:07:22.432" v="84" actId="26606"/>
          <ac:spMkLst>
            <pc:docMk/>
            <pc:sldMk cId="1350898838" sldId="259"/>
            <ac:spMk id="3088" creationId="{D99D2C73-08B0-4F6B-A8E9-4651E6BDBE48}"/>
          </ac:spMkLst>
        </pc:spChg>
        <pc:spChg chg="add del">
          <ac:chgData name="Noé Guengant" userId="4b0e3b11237d8eba" providerId="LiveId" clId="{403FCDF4-B531-4613-BA07-1E6A1450D77B}" dt="2022-01-06T01:07:22.432" v="84" actId="26606"/>
          <ac:spMkLst>
            <pc:docMk/>
            <pc:sldMk cId="1350898838" sldId="259"/>
            <ac:spMk id="3089" creationId="{968DB88C-7EF2-487C-85D1-848F61F13E3F}"/>
          </ac:spMkLst>
        </pc:spChg>
        <pc:spChg chg="add del">
          <ac:chgData name="Noé Guengant" userId="4b0e3b11237d8eba" providerId="LiveId" clId="{403FCDF4-B531-4613-BA07-1E6A1450D77B}" dt="2022-01-06T01:06:17.609" v="75" actId="26606"/>
          <ac:spMkLst>
            <pc:docMk/>
            <pc:sldMk cId="1350898838" sldId="259"/>
            <ac:spMk id="3091" creationId="{6C2997EE-0889-44C3-AC0D-18F26AC9AAAB}"/>
          </ac:spMkLst>
        </pc:spChg>
        <pc:spChg chg="add del">
          <ac:chgData name="Noé Guengant" userId="4b0e3b11237d8eba" providerId="LiveId" clId="{403FCDF4-B531-4613-BA07-1E6A1450D77B}" dt="2022-01-06T01:07:22.432" v="84" actId="26606"/>
          <ac:spMkLst>
            <pc:docMk/>
            <pc:sldMk cId="1350898838" sldId="259"/>
            <ac:spMk id="3092" creationId="{19E301E5-1206-47D0-9CDF-72583D739089}"/>
          </ac:spMkLst>
        </pc:spChg>
        <pc:spChg chg="add del">
          <ac:chgData name="Noé Guengant" userId="4b0e3b11237d8eba" providerId="LiveId" clId="{403FCDF4-B531-4613-BA07-1E6A1450D77B}" dt="2022-01-06T01:07:22.432" v="84" actId="26606"/>
          <ac:spMkLst>
            <pc:docMk/>
            <pc:sldMk cId="1350898838" sldId="259"/>
            <ac:spMk id="3093" creationId="{AFA31FBE-7948-4384-B68A-75DEFDC4955A}"/>
          </ac:spMkLst>
        </pc:spChg>
        <pc:picChg chg="add del mod">
          <ac:chgData name="Noé Guengant" userId="4b0e3b11237d8eba" providerId="LiveId" clId="{403FCDF4-B531-4613-BA07-1E6A1450D77B}" dt="2022-01-06T01:06:17.994" v="76"/>
          <ac:picMkLst>
            <pc:docMk/>
            <pc:sldMk cId="1350898838" sldId="259"/>
            <ac:picMk id="2" creationId="{A9AF6260-218C-4999-87AE-6A906475E416}"/>
          </ac:picMkLst>
        </pc:picChg>
        <pc:picChg chg="add del mod">
          <ac:chgData name="Noé Guengant" userId="4b0e3b11237d8eba" providerId="LiveId" clId="{403FCDF4-B531-4613-BA07-1E6A1450D77B}" dt="2022-01-06T01:07:25.543" v="87"/>
          <ac:picMkLst>
            <pc:docMk/>
            <pc:sldMk cId="1350898838" sldId="259"/>
            <ac:picMk id="3" creationId="{54DF6D63-5279-41BF-9AD3-45AA785687FE}"/>
          </ac:picMkLst>
        </pc:picChg>
        <pc:picChg chg="add mod ord">
          <ac:chgData name="Noé Guengant" userId="4b0e3b11237d8eba" providerId="LiveId" clId="{403FCDF4-B531-4613-BA07-1E6A1450D77B}" dt="2022-01-06T01:07:35.918" v="90" actId="14100"/>
          <ac:picMkLst>
            <pc:docMk/>
            <pc:sldMk cId="1350898838" sldId="259"/>
            <ac:picMk id="3074" creationId="{7A00F719-866B-4609-9A7E-EB3C805B8C5F}"/>
          </ac:picMkLst>
        </pc:picChg>
        <pc:picChg chg="add mod ord">
          <ac:chgData name="Noé Guengant" userId="4b0e3b11237d8eba" providerId="LiveId" clId="{403FCDF4-B531-4613-BA07-1E6A1450D77B}" dt="2022-01-06T01:07:23.195" v="85" actId="1076"/>
          <ac:picMkLst>
            <pc:docMk/>
            <pc:sldMk cId="1350898838" sldId="259"/>
            <ac:picMk id="3076" creationId="{BF298C4D-EAB4-44A8-AACC-DE41950AD30F}"/>
          </ac:picMkLst>
        </pc:picChg>
      </pc:sldChg>
      <pc:sldChg chg="addSp delSp modSp new mod setBg setClrOvrMap">
        <pc:chgData name="Noé Guengant" userId="4b0e3b11237d8eba" providerId="LiveId" clId="{403FCDF4-B531-4613-BA07-1E6A1450D77B}" dt="2022-01-06T01:01:09.520" v="60" actId="26606"/>
        <pc:sldMkLst>
          <pc:docMk/>
          <pc:sldMk cId="3527569523" sldId="260"/>
        </pc:sldMkLst>
        <pc:spChg chg="add del">
          <ac:chgData name="Noé Guengant" userId="4b0e3b11237d8eba" providerId="LiveId" clId="{403FCDF4-B531-4613-BA07-1E6A1450D77B}" dt="2022-01-06T00:59:24.686" v="50" actId="26606"/>
          <ac:spMkLst>
            <pc:docMk/>
            <pc:sldMk cId="3527569523" sldId="260"/>
            <ac:spMk id="75" creationId="{19E301E5-1206-47D0-9CDF-72583D739089}"/>
          </ac:spMkLst>
        </pc:spChg>
        <pc:spChg chg="add del">
          <ac:chgData name="Noé Guengant" userId="4b0e3b11237d8eba" providerId="LiveId" clId="{403FCDF4-B531-4613-BA07-1E6A1450D77B}" dt="2022-01-06T00:59:24.686" v="50" actId="26606"/>
          <ac:spMkLst>
            <pc:docMk/>
            <pc:sldMk cId="3527569523" sldId="260"/>
            <ac:spMk id="77" creationId="{AFA31FBE-7948-4384-B68A-75DEFDC4955A}"/>
          </ac:spMkLst>
        </pc:spChg>
        <pc:spChg chg="add del">
          <ac:chgData name="Noé Guengant" userId="4b0e3b11237d8eba" providerId="LiveId" clId="{403FCDF4-B531-4613-BA07-1E6A1450D77B}" dt="2022-01-06T00:59:02.032" v="39" actId="26606"/>
          <ac:spMkLst>
            <pc:docMk/>
            <pc:sldMk cId="3527569523" sldId="260"/>
            <ac:spMk id="137" creationId="{D99D2C73-08B0-4F6B-A8E9-4651E6BDBE48}"/>
          </ac:spMkLst>
        </pc:spChg>
        <pc:spChg chg="add del">
          <ac:chgData name="Noé Guengant" userId="4b0e3b11237d8eba" providerId="LiveId" clId="{403FCDF4-B531-4613-BA07-1E6A1450D77B}" dt="2022-01-06T00:59:02.032" v="39" actId="26606"/>
          <ac:spMkLst>
            <pc:docMk/>
            <pc:sldMk cId="3527569523" sldId="260"/>
            <ac:spMk id="139" creationId="{968DB88C-7EF2-487C-85D1-848F61F13E3F}"/>
          </ac:spMkLst>
        </pc:spChg>
        <pc:spChg chg="add del">
          <ac:chgData name="Noé Guengant" userId="4b0e3b11237d8eba" providerId="LiveId" clId="{403FCDF4-B531-4613-BA07-1E6A1450D77B}" dt="2022-01-06T00:59:13.381" v="43" actId="26606"/>
          <ac:spMkLst>
            <pc:docMk/>
            <pc:sldMk cId="3527569523" sldId="260"/>
            <ac:spMk id="141" creationId="{CE71458B-DF80-43DF-9693-2EC3878ACAB5}"/>
          </ac:spMkLst>
        </pc:spChg>
        <pc:spChg chg="add del">
          <ac:chgData name="Noé Guengant" userId="4b0e3b11237d8eba" providerId="LiveId" clId="{403FCDF4-B531-4613-BA07-1E6A1450D77B}" dt="2022-01-06T00:59:13.381" v="43" actId="26606"/>
          <ac:spMkLst>
            <pc:docMk/>
            <pc:sldMk cId="3527569523" sldId="260"/>
            <ac:spMk id="143" creationId="{DE1994AC-22D1-4B48-9EDA-BE373E704567}"/>
          </ac:spMkLst>
        </pc:spChg>
        <pc:spChg chg="add del">
          <ac:chgData name="Noé Guengant" userId="4b0e3b11237d8eba" providerId="LiveId" clId="{403FCDF4-B531-4613-BA07-1E6A1450D77B}" dt="2022-01-06T00:59:13.381" v="43" actId="26606"/>
          <ac:spMkLst>
            <pc:docMk/>
            <pc:sldMk cId="3527569523" sldId="260"/>
            <ac:spMk id="145" creationId="{22220111-5018-4EB7-A38B-79BD37F7C095}"/>
          </ac:spMkLst>
        </pc:spChg>
        <pc:spChg chg="add del">
          <ac:chgData name="Noé Guengant" userId="4b0e3b11237d8eba" providerId="LiveId" clId="{403FCDF4-B531-4613-BA07-1E6A1450D77B}" dt="2022-01-06T00:59:05.113" v="41" actId="26606"/>
          <ac:spMkLst>
            <pc:docMk/>
            <pc:sldMk cId="3527569523" sldId="260"/>
            <ac:spMk id="4103" creationId="{9E90EB45-EEE9-4563-8179-65EF62AE0978}"/>
          </ac:spMkLst>
        </pc:spChg>
        <pc:spChg chg="add del">
          <ac:chgData name="Noé Guengant" userId="4b0e3b11237d8eba" providerId="LiveId" clId="{403FCDF4-B531-4613-BA07-1E6A1450D77B}" dt="2022-01-06T00:59:05.113" v="41" actId="26606"/>
          <ac:spMkLst>
            <pc:docMk/>
            <pc:sldMk cId="3527569523" sldId="260"/>
            <ac:spMk id="4104" creationId="{23D0EF74-AD1E-4FD9-914D-8EC9058EBBA3}"/>
          </ac:spMkLst>
        </pc:spChg>
        <pc:spChg chg="add del">
          <ac:chgData name="Noé Guengant" userId="4b0e3b11237d8eba" providerId="LiveId" clId="{403FCDF4-B531-4613-BA07-1E6A1450D77B}" dt="2022-01-06T00:59:13.381" v="43" actId="26606"/>
          <ac:spMkLst>
            <pc:docMk/>
            <pc:sldMk cId="3527569523" sldId="260"/>
            <ac:spMk id="4106" creationId="{854ECEBE-9353-406C-9313-02A517A310EF}"/>
          </ac:spMkLst>
        </pc:spChg>
        <pc:spChg chg="add del">
          <ac:chgData name="Noé Guengant" userId="4b0e3b11237d8eba" providerId="LiveId" clId="{403FCDF4-B531-4613-BA07-1E6A1450D77B}" dt="2022-01-06T00:59:13.381" v="43" actId="26606"/>
          <ac:spMkLst>
            <pc:docMk/>
            <pc:sldMk cId="3527569523" sldId="260"/>
            <ac:spMk id="4107" creationId="{86806086-A782-4311-A63B-1A68574D8067}"/>
          </ac:spMkLst>
        </pc:spChg>
        <pc:spChg chg="add del">
          <ac:chgData name="Noé Guengant" userId="4b0e3b11237d8eba" providerId="LiveId" clId="{403FCDF4-B531-4613-BA07-1E6A1450D77B}" dt="2022-01-06T00:59:23.808" v="48" actId="26606"/>
          <ac:spMkLst>
            <pc:docMk/>
            <pc:sldMk cId="3527569523" sldId="260"/>
            <ac:spMk id="4109" creationId="{73EDB3DA-AEF0-428A-A317-C42827E6C836}"/>
          </ac:spMkLst>
        </pc:spChg>
        <pc:spChg chg="add del">
          <ac:chgData name="Noé Guengant" userId="4b0e3b11237d8eba" providerId="LiveId" clId="{403FCDF4-B531-4613-BA07-1E6A1450D77B}" dt="2022-01-06T00:59:23.808" v="48" actId="26606"/>
          <ac:spMkLst>
            <pc:docMk/>
            <pc:sldMk cId="3527569523" sldId="260"/>
            <ac:spMk id="4110" creationId="{4A06AD8B-0227-4FF6-AEB4-C66C5A5398C1}"/>
          </ac:spMkLst>
        </pc:spChg>
        <pc:spChg chg="add del">
          <ac:chgData name="Noé Guengant" userId="4b0e3b11237d8eba" providerId="LiveId" clId="{403FCDF4-B531-4613-BA07-1E6A1450D77B}" dt="2022-01-06T00:59:23.808" v="48" actId="26606"/>
          <ac:spMkLst>
            <pc:docMk/>
            <pc:sldMk cId="3527569523" sldId="260"/>
            <ac:spMk id="4111" creationId="{5DFACEB2-7564-4FB9-B739-C2CE339BA3D2}"/>
          </ac:spMkLst>
        </pc:spChg>
        <pc:picChg chg="add mod">
          <ac:chgData name="Noé Guengant" userId="4b0e3b11237d8eba" providerId="LiveId" clId="{403FCDF4-B531-4613-BA07-1E6A1450D77B}" dt="2022-01-06T01:01:09.520" v="60" actId="26606"/>
          <ac:picMkLst>
            <pc:docMk/>
            <pc:sldMk cId="3527569523" sldId="260"/>
            <ac:picMk id="2" creationId="{52A31437-1C09-4084-9034-C16F3A8ED2C0}"/>
          </ac:picMkLst>
        </pc:picChg>
        <pc:picChg chg="add del mod ord">
          <ac:chgData name="Noé Guengant" userId="4b0e3b11237d8eba" providerId="LiveId" clId="{403FCDF4-B531-4613-BA07-1E6A1450D77B}" dt="2022-01-06T01:01:05.059" v="58" actId="478"/>
          <ac:picMkLst>
            <pc:docMk/>
            <pc:sldMk cId="3527569523" sldId="260"/>
            <ac:picMk id="4098" creationId="{52D3DBFF-47FE-44DF-AAB4-00A5D9894BF0}"/>
          </ac:picMkLst>
        </pc:picChg>
        <pc:picChg chg="add del mod">
          <ac:chgData name="Noé Guengant" userId="4b0e3b11237d8eba" providerId="LiveId" clId="{403FCDF4-B531-4613-BA07-1E6A1450D77B}" dt="2022-01-06T01:01:06.453" v="59" actId="478"/>
          <ac:picMkLst>
            <pc:docMk/>
            <pc:sldMk cId="3527569523" sldId="260"/>
            <ac:picMk id="4100" creationId="{CEAC2A17-FE21-4E97-BC6E-BE32F9A648EF}"/>
          </ac:picMkLst>
        </pc:picChg>
        <pc:picChg chg="add del mod">
          <ac:chgData name="Noé Guengant" userId="4b0e3b11237d8eba" providerId="LiveId" clId="{403FCDF4-B531-4613-BA07-1E6A1450D77B}" dt="2022-01-06T00:59:25.013" v="51"/>
          <ac:picMkLst>
            <pc:docMk/>
            <pc:sldMk cId="3527569523" sldId="260"/>
            <ac:picMk id="4102" creationId="{071C0F6A-8204-4B3B-82F7-1CA9710BB486}"/>
          </ac:picMkLst>
        </pc:picChg>
      </pc:sldChg>
      <pc:sldChg chg="modSp add">
        <pc:chgData name="Noé Guengant" userId="4b0e3b11237d8eba" providerId="LiveId" clId="{403FCDF4-B531-4613-BA07-1E6A1450D77B}" dt="2022-01-06T00:59:54.148" v="55" actId="14826"/>
        <pc:sldMkLst>
          <pc:docMk/>
          <pc:sldMk cId="1806108628" sldId="261"/>
        </pc:sldMkLst>
        <pc:picChg chg="mod">
          <ac:chgData name="Noé Guengant" userId="4b0e3b11237d8eba" providerId="LiveId" clId="{403FCDF4-B531-4613-BA07-1E6A1450D77B}" dt="2022-01-06T00:59:36.934" v="53" actId="14826"/>
          <ac:picMkLst>
            <pc:docMk/>
            <pc:sldMk cId="1806108628" sldId="261"/>
            <ac:picMk id="3074" creationId="{7A00F719-866B-4609-9A7E-EB3C805B8C5F}"/>
          </ac:picMkLst>
        </pc:picChg>
        <pc:picChg chg="mod">
          <ac:chgData name="Noé Guengant" userId="4b0e3b11237d8eba" providerId="LiveId" clId="{403FCDF4-B531-4613-BA07-1E6A1450D77B}" dt="2022-01-06T00:59:54.148" v="55" actId="14826"/>
          <ac:picMkLst>
            <pc:docMk/>
            <pc:sldMk cId="1806108628" sldId="261"/>
            <ac:picMk id="3076" creationId="{BF298C4D-EAB4-44A8-AACC-DE41950AD30F}"/>
          </ac:picMkLst>
        </pc:picChg>
      </pc:sldChg>
      <pc:sldChg chg="addSp delSp add del setBg delDesignElem">
        <pc:chgData name="Noé Guengant" userId="4b0e3b11237d8eba" providerId="LiveId" clId="{403FCDF4-B531-4613-BA07-1E6A1450D77B}" dt="2022-01-06T00:59:23.403" v="47"/>
        <pc:sldMkLst>
          <pc:docMk/>
          <pc:sldMk cId="1901095337" sldId="261"/>
        </pc:sldMkLst>
        <pc:spChg chg="add del">
          <ac:chgData name="Noé Guengant" userId="4b0e3b11237d8eba" providerId="LiveId" clId="{403FCDF4-B531-4613-BA07-1E6A1450D77B}" dt="2022-01-06T00:59:23.403" v="47"/>
          <ac:spMkLst>
            <pc:docMk/>
            <pc:sldMk cId="1901095337" sldId="261"/>
            <ac:spMk id="3088" creationId="{D99D2C73-08B0-4F6B-A8E9-4651E6BDBE48}"/>
          </ac:spMkLst>
        </pc:spChg>
        <pc:spChg chg="add del">
          <ac:chgData name="Noé Guengant" userId="4b0e3b11237d8eba" providerId="LiveId" clId="{403FCDF4-B531-4613-BA07-1E6A1450D77B}" dt="2022-01-06T00:59:23.403" v="47"/>
          <ac:spMkLst>
            <pc:docMk/>
            <pc:sldMk cId="1901095337" sldId="261"/>
            <ac:spMk id="3089" creationId="{968DB88C-7EF2-487C-85D1-848F61F13E3F}"/>
          </ac:spMkLst>
        </pc:spChg>
      </pc:sldChg>
      <pc:sldChg chg="addSp delSp modSp new mod setBg setClrOvrMap">
        <pc:chgData name="Noé Guengant" userId="4b0e3b11237d8eba" providerId="LiveId" clId="{403FCDF4-B531-4613-BA07-1E6A1450D77B}" dt="2022-01-06T01:03:58.463" v="69" actId="26606"/>
        <pc:sldMkLst>
          <pc:docMk/>
          <pc:sldMk cId="3150966" sldId="262"/>
        </pc:sldMkLst>
        <pc:spChg chg="add del">
          <ac:chgData name="Noé Guengant" userId="4b0e3b11237d8eba" providerId="LiveId" clId="{403FCDF4-B531-4613-BA07-1E6A1450D77B}" dt="2022-01-06T01:03:18.952" v="63"/>
          <ac:spMkLst>
            <pc:docMk/>
            <pc:sldMk cId="3150966" sldId="262"/>
            <ac:spMk id="2" creationId="{C92FF17E-8EE2-43EB-88E6-03DF214E19DD}"/>
          </ac:spMkLst>
        </pc:spChg>
        <pc:spChg chg="add del">
          <ac:chgData name="Noé Guengant" userId="4b0e3b11237d8eba" providerId="LiveId" clId="{403FCDF4-B531-4613-BA07-1E6A1450D77B}" dt="2022-01-06T01:03:26.283" v="65"/>
          <ac:spMkLst>
            <pc:docMk/>
            <pc:sldMk cId="3150966" sldId="262"/>
            <ac:spMk id="3" creationId="{CFF30808-8CCE-4E12-A3BA-E7BC7EB12592}"/>
          </ac:spMkLst>
        </pc:spChg>
        <pc:picChg chg="add mod">
          <ac:chgData name="Noé Guengant" userId="4b0e3b11237d8eba" providerId="LiveId" clId="{403FCDF4-B531-4613-BA07-1E6A1450D77B}" dt="2022-01-06T01:03:58.463" v="69" actId="26606"/>
          <ac:picMkLst>
            <pc:docMk/>
            <pc:sldMk cId="3150966" sldId="262"/>
            <ac:picMk id="5" creationId="{F78C24CF-4507-4998-B7CE-6DAC198154A7}"/>
          </ac:picMkLst>
        </pc:picChg>
      </pc:sldChg>
      <pc:sldChg chg="new del">
        <pc:chgData name="Noé Guengant" userId="4b0e3b11237d8eba" providerId="LiveId" clId="{403FCDF4-B531-4613-BA07-1E6A1450D77B}" dt="2022-01-06T01:07:27.162" v="88" actId="680"/>
        <pc:sldMkLst>
          <pc:docMk/>
          <pc:sldMk cId="1651113851" sldId="263"/>
        </pc:sldMkLst>
      </pc:sldChg>
      <pc:sldChg chg="addSp delSp modSp new del mod setBg">
        <pc:chgData name="Noé Guengant" userId="4b0e3b11237d8eba" providerId="LiveId" clId="{403FCDF4-B531-4613-BA07-1E6A1450D77B}" dt="2022-01-06T01:11:33.085" v="125" actId="47"/>
        <pc:sldMkLst>
          <pc:docMk/>
          <pc:sldMk cId="2371250884" sldId="263"/>
        </pc:sldMkLst>
        <pc:spChg chg="add del">
          <ac:chgData name="Noé Guengant" userId="4b0e3b11237d8eba" providerId="LiveId" clId="{403FCDF4-B531-4613-BA07-1E6A1450D77B}" dt="2022-01-06T01:10:58.333" v="124" actId="26606"/>
          <ac:spMkLst>
            <pc:docMk/>
            <pc:sldMk cId="2371250884" sldId="263"/>
            <ac:spMk id="9" creationId="{FABB624F-BF77-4AE1-B71D-2D681D4731B8}"/>
          </ac:spMkLst>
        </pc:spChg>
        <pc:spChg chg="add">
          <ac:chgData name="Noé Guengant" userId="4b0e3b11237d8eba" providerId="LiveId" clId="{403FCDF4-B531-4613-BA07-1E6A1450D77B}" dt="2022-01-06T01:10:58.333" v="124" actId="26606"/>
          <ac:spMkLst>
            <pc:docMk/>
            <pc:sldMk cId="2371250884" sldId="263"/>
            <ac:spMk id="14" creationId="{36A1CAC3-A129-43F8-8881-63D3E319A7B5}"/>
          </ac:spMkLst>
        </pc:spChg>
        <pc:spChg chg="add">
          <ac:chgData name="Noé Guengant" userId="4b0e3b11237d8eba" providerId="LiveId" clId="{403FCDF4-B531-4613-BA07-1E6A1450D77B}" dt="2022-01-06T01:10:58.333" v="124" actId="26606"/>
          <ac:spMkLst>
            <pc:docMk/>
            <pc:sldMk cId="2371250884" sldId="263"/>
            <ac:spMk id="16" creationId="{B5CCE41C-FBFB-44B8-BE25-7F555613C150}"/>
          </ac:spMkLst>
        </pc:spChg>
        <pc:picChg chg="add mod ord">
          <ac:chgData name="Noé Guengant" userId="4b0e3b11237d8eba" providerId="LiveId" clId="{403FCDF4-B531-4613-BA07-1E6A1450D77B}" dt="2022-01-06T01:10:58.333" v="124" actId="26606"/>
          <ac:picMkLst>
            <pc:docMk/>
            <pc:sldMk cId="2371250884" sldId="263"/>
            <ac:picMk id="2" creationId="{7B392CAF-FC04-4A22-B0B4-431136F4A593}"/>
          </ac:picMkLst>
        </pc:picChg>
        <pc:picChg chg="add mod ord">
          <ac:chgData name="Noé Guengant" userId="4b0e3b11237d8eba" providerId="LiveId" clId="{403FCDF4-B531-4613-BA07-1E6A1450D77B}" dt="2022-01-06T01:10:58.333" v="124" actId="26606"/>
          <ac:picMkLst>
            <pc:docMk/>
            <pc:sldMk cId="2371250884" sldId="263"/>
            <ac:picMk id="3" creationId="{8E383613-D56E-4260-A6CB-14F5428B9DC9}"/>
          </ac:picMkLst>
        </pc:picChg>
        <pc:picChg chg="add mod">
          <ac:chgData name="Noé Guengant" userId="4b0e3b11237d8eba" providerId="LiveId" clId="{403FCDF4-B531-4613-BA07-1E6A1450D77B}" dt="2022-01-06T01:10:58.333" v="124" actId="26606"/>
          <ac:picMkLst>
            <pc:docMk/>
            <pc:sldMk cId="2371250884" sldId="263"/>
            <ac:picMk id="4" creationId="{C28DDBDB-5AA7-42D9-9F9A-C14F499D4033}"/>
          </ac:picMkLst>
        </pc:picChg>
      </pc:sldChg>
      <pc:sldChg chg="addSp delSp modSp new mod ord setBg">
        <pc:chgData name="Noé Guengant" userId="4b0e3b11237d8eba" providerId="LiveId" clId="{403FCDF4-B531-4613-BA07-1E6A1450D77B}" dt="2022-01-06T01:13:55.459" v="139"/>
        <pc:sldMkLst>
          <pc:docMk/>
          <pc:sldMk cId="2681609052" sldId="263"/>
        </pc:sldMkLst>
        <pc:spChg chg="add del">
          <ac:chgData name="Noé Guengant" userId="4b0e3b11237d8eba" providerId="LiveId" clId="{403FCDF4-B531-4613-BA07-1E6A1450D77B}" dt="2022-01-06T01:13:31.928" v="132" actId="26606"/>
          <ac:spMkLst>
            <pc:docMk/>
            <pc:sldMk cId="2681609052" sldId="263"/>
            <ac:spMk id="7" creationId="{42A4FC2C-047E-45A5-965D-8E1E3BF09BC6}"/>
          </ac:spMkLst>
        </pc:spChg>
        <pc:picChg chg="add mod">
          <ac:chgData name="Noé Guengant" userId="4b0e3b11237d8eba" providerId="LiveId" clId="{403FCDF4-B531-4613-BA07-1E6A1450D77B}" dt="2022-01-06T01:13:50.175" v="137" actId="1076"/>
          <ac:picMkLst>
            <pc:docMk/>
            <pc:sldMk cId="2681609052" sldId="263"/>
            <ac:picMk id="2" creationId="{0ACEAAFB-0BD4-46B5-B469-DFC1846D5C88}"/>
          </ac:picMkLst>
        </pc:picChg>
      </pc:sldChg>
      <pc:sldChg chg="addSp delSp modSp new mod setBg setClrOvrMap">
        <pc:chgData name="Noé Guengant" userId="4b0e3b11237d8eba" providerId="LiveId" clId="{403FCDF4-B531-4613-BA07-1E6A1450D77B}" dt="2022-01-06T01:15:18.516" v="145" actId="26606"/>
        <pc:sldMkLst>
          <pc:docMk/>
          <pc:sldMk cId="1466581550" sldId="264"/>
        </pc:sldMkLst>
        <pc:spChg chg="add del">
          <ac:chgData name="Noé Guengant" userId="4b0e3b11237d8eba" providerId="LiveId" clId="{403FCDF4-B531-4613-BA07-1E6A1450D77B}" dt="2022-01-06T01:15:18.516" v="144" actId="26606"/>
          <ac:spMkLst>
            <pc:docMk/>
            <pc:sldMk cId="1466581550" sldId="264"/>
            <ac:spMk id="71" creationId="{42A4FC2C-047E-45A5-965D-8E1E3BF09BC6}"/>
          </ac:spMkLst>
        </pc:spChg>
        <pc:picChg chg="add mod">
          <ac:chgData name="Noé Guengant" userId="4b0e3b11237d8eba" providerId="LiveId" clId="{403FCDF4-B531-4613-BA07-1E6A1450D77B}" dt="2022-01-06T01:15:18.516" v="145" actId="26606"/>
          <ac:picMkLst>
            <pc:docMk/>
            <pc:sldMk cId="1466581550" sldId="264"/>
            <ac:picMk id="7170" creationId="{6705EA29-BA93-4A27-B1E8-F78EA4F642C5}"/>
          </ac:picMkLst>
        </pc:picChg>
      </pc:sldChg>
      <pc:sldChg chg="addSp modSp new">
        <pc:chgData name="Noé Guengant" userId="4b0e3b11237d8eba" providerId="LiveId" clId="{403FCDF4-B531-4613-BA07-1E6A1450D77B}" dt="2022-01-06T01:17:28.578" v="161" actId="1076"/>
        <pc:sldMkLst>
          <pc:docMk/>
          <pc:sldMk cId="4187830873" sldId="265"/>
        </pc:sldMkLst>
        <pc:picChg chg="add mod">
          <ac:chgData name="Noé Guengant" userId="4b0e3b11237d8eba" providerId="LiveId" clId="{403FCDF4-B531-4613-BA07-1E6A1450D77B}" dt="2022-01-06T01:16:58.027" v="156" actId="732"/>
          <ac:picMkLst>
            <pc:docMk/>
            <pc:sldMk cId="4187830873" sldId="265"/>
            <ac:picMk id="10242" creationId="{1C8E3A8B-DDC0-459D-990F-DA865A8362B7}"/>
          </ac:picMkLst>
        </pc:picChg>
        <pc:picChg chg="add mod">
          <ac:chgData name="Noé Guengant" userId="4b0e3b11237d8eba" providerId="LiveId" clId="{403FCDF4-B531-4613-BA07-1E6A1450D77B}" dt="2022-01-06T01:17:28.578" v="161" actId="1076"/>
          <ac:picMkLst>
            <pc:docMk/>
            <pc:sldMk cId="4187830873" sldId="265"/>
            <ac:picMk id="10244" creationId="{422A1BCF-D492-4C3A-931D-C4A152DCDAA7}"/>
          </ac:picMkLst>
        </pc:picChg>
      </pc:sldChg>
      <pc:sldChg chg="addSp modSp new del mod setBg">
        <pc:chgData name="Noé Guengant" userId="4b0e3b11237d8eba" providerId="LiveId" clId="{403FCDF4-B531-4613-BA07-1E6A1450D77B}" dt="2022-01-06T01:19:20.686" v="169" actId="47"/>
        <pc:sldMkLst>
          <pc:docMk/>
          <pc:sldMk cId="3114686855" sldId="266"/>
        </pc:sldMkLst>
        <pc:spChg chg="add">
          <ac:chgData name="Noé Guengant" userId="4b0e3b11237d8eba" providerId="LiveId" clId="{403FCDF4-B531-4613-BA07-1E6A1450D77B}" dt="2022-01-06T01:18:57.321" v="164" actId="26606"/>
          <ac:spMkLst>
            <pc:docMk/>
            <pc:sldMk cId="3114686855" sldId="266"/>
            <ac:spMk id="71" creationId="{42A4FC2C-047E-45A5-965D-8E1E3BF09BC6}"/>
          </ac:spMkLst>
        </pc:spChg>
        <pc:picChg chg="add mod">
          <ac:chgData name="Noé Guengant" userId="4b0e3b11237d8eba" providerId="LiveId" clId="{403FCDF4-B531-4613-BA07-1E6A1450D77B}" dt="2022-01-06T01:18:57.321" v="164" actId="26606"/>
          <ac:picMkLst>
            <pc:docMk/>
            <pc:sldMk cId="3114686855" sldId="266"/>
            <ac:picMk id="11266" creationId="{E58F262A-5E17-4307-B391-3E6CB306E3DA}"/>
          </ac:picMkLst>
        </pc:picChg>
      </pc:sldChg>
      <pc:sldChg chg="modSp add ord">
        <pc:chgData name="Noé Guengant" userId="4b0e3b11237d8eba" providerId="LiveId" clId="{403FCDF4-B531-4613-BA07-1E6A1450D77B}" dt="2022-01-06T01:19:16.077" v="168" actId="14826"/>
        <pc:sldMkLst>
          <pc:docMk/>
          <pc:sldMk cId="1845491472" sldId="267"/>
        </pc:sldMkLst>
        <pc:picChg chg="mod">
          <ac:chgData name="Noé Guengant" userId="4b0e3b11237d8eba" providerId="LiveId" clId="{403FCDF4-B531-4613-BA07-1E6A1450D77B}" dt="2022-01-06T01:19:16.077" v="168" actId="14826"/>
          <ac:picMkLst>
            <pc:docMk/>
            <pc:sldMk cId="1845491472" sldId="267"/>
            <ac:picMk id="7170" creationId="{6705EA29-BA93-4A27-B1E8-F78EA4F642C5}"/>
          </ac:picMkLst>
        </pc:picChg>
      </pc:sldChg>
      <pc:sldChg chg="addSp delSp modSp new mod setBg setClrOvrMap">
        <pc:chgData name="Noé Guengant" userId="4b0e3b11237d8eba" providerId="LiveId" clId="{403FCDF4-B531-4613-BA07-1E6A1450D77B}" dt="2022-01-06T01:21:28.765" v="181" actId="1076"/>
        <pc:sldMkLst>
          <pc:docMk/>
          <pc:sldMk cId="2286949640" sldId="268"/>
        </pc:sldMkLst>
        <pc:picChg chg="add del mod">
          <ac:chgData name="Noé Guengant" userId="4b0e3b11237d8eba" providerId="LiveId" clId="{403FCDF4-B531-4613-BA07-1E6A1450D77B}" dt="2022-01-06T01:21:28.765" v="181" actId="1076"/>
          <ac:picMkLst>
            <pc:docMk/>
            <pc:sldMk cId="2286949640" sldId="268"/>
            <ac:picMk id="12290" creationId="{3AF37D33-76D8-4C7A-8CDC-B219E7C756F4}"/>
          </ac:picMkLst>
        </pc:picChg>
      </pc:sldChg>
      <pc:sldChg chg="addSp modSp new mod setBg setClrOvrMap">
        <pc:chgData name="Noé Guengant" userId="4b0e3b11237d8eba" providerId="LiveId" clId="{403FCDF4-B531-4613-BA07-1E6A1450D77B}" dt="2022-01-06T01:27:22.614" v="257" actId="26606"/>
        <pc:sldMkLst>
          <pc:docMk/>
          <pc:sldMk cId="4085068596" sldId="269"/>
        </pc:sldMkLst>
        <pc:picChg chg="add mod">
          <ac:chgData name="Noé Guengant" userId="4b0e3b11237d8eba" providerId="LiveId" clId="{403FCDF4-B531-4613-BA07-1E6A1450D77B}" dt="2022-01-06T01:27:22.614" v="257" actId="26606"/>
          <ac:picMkLst>
            <pc:docMk/>
            <pc:sldMk cId="4085068596" sldId="269"/>
            <ac:picMk id="13314" creationId="{45B77256-F431-45DE-A9ED-3F1C5D51F214}"/>
          </ac:picMkLst>
        </pc:picChg>
      </pc:sldChg>
      <pc:sldChg chg="addSp modSp new">
        <pc:chgData name="Noé Guengant" userId="4b0e3b11237d8eba" providerId="LiveId" clId="{403FCDF4-B531-4613-BA07-1E6A1450D77B}" dt="2022-01-06T01:27:56.412" v="261" actId="1076"/>
        <pc:sldMkLst>
          <pc:docMk/>
          <pc:sldMk cId="921512614" sldId="270"/>
        </pc:sldMkLst>
        <pc:picChg chg="add mod">
          <ac:chgData name="Noé Guengant" userId="4b0e3b11237d8eba" providerId="LiveId" clId="{403FCDF4-B531-4613-BA07-1E6A1450D77B}" dt="2022-01-06T01:27:56.412" v="261" actId="1076"/>
          <ac:picMkLst>
            <pc:docMk/>
            <pc:sldMk cId="921512614" sldId="270"/>
            <ac:picMk id="14338" creationId="{009288B5-BBA4-49B0-A23B-0CB3966D0DF4}"/>
          </ac:picMkLst>
        </pc:picChg>
      </pc:sldChg>
      <pc:sldMasterChg chg="setBg modSldLayout">
        <pc:chgData name="Noé Guengant" userId="4b0e3b11237d8eba" providerId="LiveId" clId="{403FCDF4-B531-4613-BA07-1E6A1450D77B}" dt="2022-01-06T00:56:02.830" v="20"/>
        <pc:sldMasterMkLst>
          <pc:docMk/>
          <pc:sldMasterMk cId="290766270" sldId="2147483648"/>
        </pc:sldMasterMkLst>
        <pc:sldLayoutChg chg="setBg">
          <pc:chgData name="Noé Guengant" userId="4b0e3b11237d8eba" providerId="LiveId" clId="{403FCDF4-B531-4613-BA07-1E6A1450D77B}" dt="2022-01-06T00:56:02.830" v="20"/>
          <pc:sldLayoutMkLst>
            <pc:docMk/>
            <pc:sldMasterMk cId="290766270" sldId="2147483648"/>
            <pc:sldLayoutMk cId="185873546" sldId="2147483649"/>
          </pc:sldLayoutMkLst>
        </pc:sldLayoutChg>
        <pc:sldLayoutChg chg="setBg">
          <pc:chgData name="Noé Guengant" userId="4b0e3b11237d8eba" providerId="LiveId" clId="{403FCDF4-B531-4613-BA07-1E6A1450D77B}" dt="2022-01-06T00:56:02.830" v="20"/>
          <pc:sldLayoutMkLst>
            <pc:docMk/>
            <pc:sldMasterMk cId="290766270" sldId="2147483648"/>
            <pc:sldLayoutMk cId="3355684373" sldId="2147483650"/>
          </pc:sldLayoutMkLst>
        </pc:sldLayoutChg>
        <pc:sldLayoutChg chg="setBg">
          <pc:chgData name="Noé Guengant" userId="4b0e3b11237d8eba" providerId="LiveId" clId="{403FCDF4-B531-4613-BA07-1E6A1450D77B}" dt="2022-01-06T00:56:02.830" v="20"/>
          <pc:sldLayoutMkLst>
            <pc:docMk/>
            <pc:sldMasterMk cId="290766270" sldId="2147483648"/>
            <pc:sldLayoutMk cId="3173565122" sldId="2147483651"/>
          </pc:sldLayoutMkLst>
        </pc:sldLayoutChg>
        <pc:sldLayoutChg chg="setBg">
          <pc:chgData name="Noé Guengant" userId="4b0e3b11237d8eba" providerId="LiveId" clId="{403FCDF4-B531-4613-BA07-1E6A1450D77B}" dt="2022-01-06T00:56:02.830" v="20"/>
          <pc:sldLayoutMkLst>
            <pc:docMk/>
            <pc:sldMasterMk cId="290766270" sldId="2147483648"/>
            <pc:sldLayoutMk cId="204485660" sldId="2147483652"/>
          </pc:sldLayoutMkLst>
        </pc:sldLayoutChg>
        <pc:sldLayoutChg chg="setBg">
          <pc:chgData name="Noé Guengant" userId="4b0e3b11237d8eba" providerId="LiveId" clId="{403FCDF4-B531-4613-BA07-1E6A1450D77B}" dt="2022-01-06T00:56:02.830" v="20"/>
          <pc:sldLayoutMkLst>
            <pc:docMk/>
            <pc:sldMasterMk cId="290766270" sldId="2147483648"/>
            <pc:sldLayoutMk cId="868884630" sldId="2147483653"/>
          </pc:sldLayoutMkLst>
        </pc:sldLayoutChg>
        <pc:sldLayoutChg chg="setBg">
          <pc:chgData name="Noé Guengant" userId="4b0e3b11237d8eba" providerId="LiveId" clId="{403FCDF4-B531-4613-BA07-1E6A1450D77B}" dt="2022-01-06T00:56:02.830" v="20"/>
          <pc:sldLayoutMkLst>
            <pc:docMk/>
            <pc:sldMasterMk cId="290766270" sldId="2147483648"/>
            <pc:sldLayoutMk cId="1241385668" sldId="2147483654"/>
          </pc:sldLayoutMkLst>
        </pc:sldLayoutChg>
        <pc:sldLayoutChg chg="setBg">
          <pc:chgData name="Noé Guengant" userId="4b0e3b11237d8eba" providerId="LiveId" clId="{403FCDF4-B531-4613-BA07-1E6A1450D77B}" dt="2022-01-06T00:56:02.830" v="20"/>
          <pc:sldLayoutMkLst>
            <pc:docMk/>
            <pc:sldMasterMk cId="290766270" sldId="2147483648"/>
            <pc:sldLayoutMk cId="2137091746" sldId="2147483655"/>
          </pc:sldLayoutMkLst>
        </pc:sldLayoutChg>
        <pc:sldLayoutChg chg="setBg">
          <pc:chgData name="Noé Guengant" userId="4b0e3b11237d8eba" providerId="LiveId" clId="{403FCDF4-B531-4613-BA07-1E6A1450D77B}" dt="2022-01-06T00:56:02.830" v="20"/>
          <pc:sldLayoutMkLst>
            <pc:docMk/>
            <pc:sldMasterMk cId="290766270" sldId="2147483648"/>
            <pc:sldLayoutMk cId="1363454194" sldId="2147483656"/>
          </pc:sldLayoutMkLst>
        </pc:sldLayoutChg>
        <pc:sldLayoutChg chg="setBg">
          <pc:chgData name="Noé Guengant" userId="4b0e3b11237d8eba" providerId="LiveId" clId="{403FCDF4-B531-4613-BA07-1E6A1450D77B}" dt="2022-01-06T00:56:02.830" v="20"/>
          <pc:sldLayoutMkLst>
            <pc:docMk/>
            <pc:sldMasterMk cId="290766270" sldId="2147483648"/>
            <pc:sldLayoutMk cId="2686407638" sldId="2147483657"/>
          </pc:sldLayoutMkLst>
        </pc:sldLayoutChg>
        <pc:sldLayoutChg chg="setBg">
          <pc:chgData name="Noé Guengant" userId="4b0e3b11237d8eba" providerId="LiveId" clId="{403FCDF4-B531-4613-BA07-1E6A1450D77B}" dt="2022-01-06T00:56:02.830" v="20"/>
          <pc:sldLayoutMkLst>
            <pc:docMk/>
            <pc:sldMasterMk cId="290766270" sldId="2147483648"/>
            <pc:sldLayoutMk cId="1262595463" sldId="2147483658"/>
          </pc:sldLayoutMkLst>
        </pc:sldLayoutChg>
        <pc:sldLayoutChg chg="setBg">
          <pc:chgData name="Noé Guengant" userId="4b0e3b11237d8eba" providerId="LiveId" clId="{403FCDF4-B531-4613-BA07-1E6A1450D77B}" dt="2022-01-06T00:56:02.830" v="20"/>
          <pc:sldLayoutMkLst>
            <pc:docMk/>
            <pc:sldMasterMk cId="290766270" sldId="2147483648"/>
            <pc:sldLayoutMk cId="3860615918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E8CE187-B6FF-459A-9DB9-CFAF74D276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445112C-B401-43CE-8F41-0C94AB67FD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213A943-5A42-46E2-8FA9-D0C746731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EB9F-4FFC-48D7-9888-E9CF5C3721EF}" type="datetimeFigureOut">
              <a:rPr lang="fr-FR" smtClean="0"/>
              <a:t>06/01/2022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AE7688E-C560-4BDC-9EE7-D83ECFAEA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0FF47B-32E6-4D37-AA9D-217D61E24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D17DC-F032-4664-BA2C-DD2B87E935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5873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2C26C5-5527-4D9C-AA86-2F6A7103E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362038-20A6-4100-B840-B8C2222F3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72D622-6849-48B9-B8F1-1F6E36072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EB9F-4FFC-48D7-9888-E9CF5C3721EF}" type="datetimeFigureOut">
              <a:rPr lang="fr-FR" smtClean="0"/>
              <a:t>06/01/2022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ADECA8B-49BE-4880-B1E4-77BDD1FC3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748E00-2C7A-4128-82AF-9228F930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D17DC-F032-4664-BA2C-DD2B87E935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5684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7D60D3-849E-49B2-AC99-B20A06AA9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FACDF48-9D30-4DCD-BF2B-5B5B71EBB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C8F05F-2B5A-46DB-AEF2-D6BE1578E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EB9F-4FFC-48D7-9888-E9CF5C3721EF}" type="datetimeFigureOut">
              <a:rPr lang="fr-FR" smtClean="0"/>
              <a:t>06/01/2022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26C54C5-79FC-4400-9866-28028F5E0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18839E-2A23-4CC4-BBDB-B81DE5BD7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D17DC-F032-4664-BA2C-DD2B87E935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3565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724CFD-81D1-43CC-BF0C-150372A6C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FA831F-9EC8-45AF-87A1-C34243F2C3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0FCCB81-E94B-4998-A504-02BB432A16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BC3F705-2D02-4DC3-82A0-4C63804C5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EB9F-4FFC-48D7-9888-E9CF5C3721EF}" type="datetimeFigureOut">
              <a:rPr lang="fr-FR" smtClean="0"/>
              <a:t>06/01/2022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96B1088-DA5E-45C9-8B7E-70BF762A9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6E36D6C-15AD-464F-A4C5-D9C086CFD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D17DC-F032-4664-BA2C-DD2B87E935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48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EACF0D-3ED0-4714-9427-25D707CFE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7A73DB0-375C-414B-BAD5-E69B6AFE7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AF3F376-A430-4A7B-9FB6-F74EF02411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23BEC57-D2E2-4A94-A1A6-4AF00B6877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931A7CF-8C48-4711-81C1-4B8014DFFF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8F40746-F72D-44B3-B3FD-9F82F5504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EB9F-4FFC-48D7-9888-E9CF5C3721EF}" type="datetimeFigureOut">
              <a:rPr lang="fr-FR" smtClean="0"/>
              <a:t>06/01/2022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A9490B8B-374F-4E58-AF78-E0BB2C0C6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6662F3A-5A4B-41FE-9107-CE77F2326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D17DC-F032-4664-BA2C-DD2B87E935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8884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BA168E-67EC-4441-ACEA-BFD55C9F74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DEA2484-C998-4470-A93B-3FDC51BBE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EB9F-4FFC-48D7-9888-E9CF5C3721EF}" type="datetimeFigureOut">
              <a:rPr lang="fr-FR" smtClean="0"/>
              <a:t>06/01/2022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3D64E67-5866-4AA4-BE48-1775514C0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A74B990-331A-4F97-A590-F51DABC0C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D17DC-F032-4664-BA2C-DD2B87E935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1385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3385C400-DB56-434F-98B1-DB964E824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EB9F-4FFC-48D7-9888-E9CF5C3721EF}" type="datetimeFigureOut">
              <a:rPr lang="fr-FR" smtClean="0"/>
              <a:t>06/01/2022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74C888E-DD54-4FE5-A995-367972AB4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B906348-C65B-4CB9-AAE0-0DF246815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D17DC-F032-4664-BA2C-DD2B87E935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70917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2B1535-21E5-4A30-98CA-323E6216C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72835A-3FA4-4652-94FF-27242A4EF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B1E5F76-249B-48F7-96A7-6C8759291A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C34455B-94CC-416E-84D4-27F3A8BAD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EB9F-4FFC-48D7-9888-E9CF5C3721EF}" type="datetimeFigureOut">
              <a:rPr lang="fr-FR" smtClean="0"/>
              <a:t>06/01/2022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6F79715-0939-4E50-948D-A4668EEFB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386A4B3-38CE-4F36-96FD-F40C31332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D17DC-F032-4664-BA2C-DD2B87E935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3454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C27CBE-2B16-4AFC-AECA-0F0144AC1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7F9A836-B87A-44D9-9E88-0B2A54E1CA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AF29BF9-3B34-42A3-AD89-D58C73CC8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18C8354-131F-4AEC-9AA4-A234F1223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EB9F-4FFC-48D7-9888-E9CF5C3721EF}" type="datetimeFigureOut">
              <a:rPr lang="fr-FR" smtClean="0"/>
              <a:t>06/01/2022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820AB88-C047-44AF-8DB8-6A3061DE1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AC105E6-87D8-4CEC-B690-D569944A9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D17DC-F032-4664-BA2C-DD2B87E935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6407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F43E10-EA6C-48EA-AB42-E7FD25B2F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75DE398F-2F9F-4DD6-BD4D-A82189B4D9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63C710D-C79A-411C-BCCA-F37C4E0BB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EB9F-4FFC-48D7-9888-E9CF5C3721EF}" type="datetimeFigureOut">
              <a:rPr lang="fr-FR" smtClean="0"/>
              <a:t>06/01/2022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194D408-2D7E-4624-A533-9DA727AE7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41B005C-EF84-4593-8ABF-757C449F3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D17DC-F032-4664-BA2C-DD2B87E935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25954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7DD4E0DD-44DF-4075-AD59-654FCB57A1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B66565C-5F8A-467D-8D10-F66E618AC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B94951-4B8C-4BE5-9908-D0EF8F7A8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AEB9F-4FFC-48D7-9888-E9CF5C3721EF}" type="datetimeFigureOut">
              <a:rPr lang="fr-FR" smtClean="0"/>
              <a:t>06/01/2022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8A5D43-5CA6-48D2-8A10-FBE78889D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999FBF3-A8D3-47B5-909D-DA281A131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D17DC-F032-4664-BA2C-DD2B87E935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60615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84A173F-6335-43C7-92F3-1770C8B75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79580EF-3769-4951-9866-584DE2340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744E22-6222-43A3-B6CF-C241FBD7CD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2AEB9F-4FFC-48D7-9888-E9CF5C3721EF}" type="datetimeFigureOut">
              <a:rPr lang="fr-FR" smtClean="0"/>
              <a:t>06/01/2022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91CFE1A-6115-46E4-9522-74B9AF0F2F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FA77141-D7A2-444F-B950-B144F595C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7D17DC-F032-4664-BA2C-DD2B87E9351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766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416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1311207-E72D-49E7-986B-689325D4929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0554" r="-1" b="17696"/>
          <a:stretch/>
        </p:blipFill>
        <p:spPr bwMode="auto">
          <a:xfrm>
            <a:off x="321733" y="321733"/>
            <a:ext cx="11548534" cy="6214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E726302-7D9B-42DB-9079-FB9989833C56}"/>
              </a:ext>
            </a:extLst>
          </p:cNvPr>
          <p:cNvSpPr/>
          <p:nvPr/>
        </p:nvSpPr>
        <p:spPr>
          <a:xfrm>
            <a:off x="9540240" y="2692400"/>
            <a:ext cx="1513840" cy="1168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79019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John Fitzgerald Kennedy : un mythe persistant remis en question">
            <a:extLst>
              <a:ext uri="{FF2B5EF4-FFF2-40B4-BE49-F238E27FC236}">
                <a16:creationId xmlns:a16="http://schemas.microsoft.com/office/drawing/2014/main" id="{74671BE8-9426-4251-A700-852CDE0308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4333"/>
          <a:stretch/>
        </p:blipFill>
        <p:spPr bwMode="auto">
          <a:xfrm>
            <a:off x="321733" y="321733"/>
            <a:ext cx="11548534" cy="6214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73969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L&amp;#39;éphéméride du 25 octobre – Madinin&amp;#39;Art">
            <a:extLst>
              <a:ext uri="{FF2B5EF4-FFF2-40B4-BE49-F238E27FC236}">
                <a16:creationId xmlns:a16="http://schemas.microsoft.com/office/drawing/2014/main" id="{0ACEAAFB-0BD4-46B5-B469-DFC1846D5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52" y="657542"/>
            <a:ext cx="11628495" cy="5542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1609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8" name="Rectangle 136">
            <a:extLst>
              <a:ext uri="{FF2B5EF4-FFF2-40B4-BE49-F238E27FC236}">
                <a16:creationId xmlns:a16="http://schemas.microsoft.com/office/drawing/2014/main" id="{D99D2C73-08B0-4F6B-A8E9-4651E6BDB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9" name="Rectangle 138">
            <a:extLst>
              <a:ext uri="{FF2B5EF4-FFF2-40B4-BE49-F238E27FC236}">
                <a16:creationId xmlns:a16="http://schemas.microsoft.com/office/drawing/2014/main" id="{968DB88C-7EF2-487C-85D1-848F61F13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Site de lancement de missiles à Cuba (1962) - CVCE Website">
            <a:extLst>
              <a:ext uri="{FF2B5EF4-FFF2-40B4-BE49-F238E27FC236}">
                <a16:creationId xmlns:a16="http://schemas.microsoft.com/office/drawing/2014/main" id="{7A00F719-866B-4609-9A7E-EB3C805B8C5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97" r="5" b="3"/>
          <a:stretch/>
        </p:blipFill>
        <p:spPr bwMode="auto">
          <a:xfrm>
            <a:off x="643467" y="643467"/>
            <a:ext cx="5372099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Crise des missiles de Cuba — Wikipédia">
            <a:extLst>
              <a:ext uri="{FF2B5EF4-FFF2-40B4-BE49-F238E27FC236}">
                <a16:creationId xmlns:a16="http://schemas.microsoft.com/office/drawing/2014/main" id="{BF298C4D-EAB4-44A8-AACC-DE41950AD3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08" b="3"/>
          <a:stretch/>
        </p:blipFill>
        <p:spPr bwMode="auto">
          <a:xfrm>
            <a:off x="6176432" y="643467"/>
            <a:ext cx="5372100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08988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8" name="Rectangle 136">
            <a:extLst>
              <a:ext uri="{FF2B5EF4-FFF2-40B4-BE49-F238E27FC236}">
                <a16:creationId xmlns:a16="http://schemas.microsoft.com/office/drawing/2014/main" id="{D99D2C73-08B0-4F6B-A8E9-4651E6BDB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9" name="Rectangle 138">
            <a:extLst>
              <a:ext uri="{FF2B5EF4-FFF2-40B4-BE49-F238E27FC236}">
                <a16:creationId xmlns:a16="http://schemas.microsoft.com/office/drawing/2014/main" id="{968DB88C-7EF2-487C-85D1-848F61F13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A00F719-866B-4609-9A7E-EB3C805B8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87" r="13687"/>
          <a:stretch/>
        </p:blipFill>
        <p:spPr bwMode="auto">
          <a:xfrm>
            <a:off x="643467" y="643467"/>
            <a:ext cx="5372099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BF298C4D-EAB4-44A8-AACC-DE41950AD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85" r="8585"/>
          <a:stretch/>
        </p:blipFill>
        <p:spPr bwMode="auto">
          <a:xfrm>
            <a:off x="6176432" y="643467"/>
            <a:ext cx="5372100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6108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 descr="Crise des missiles de Cuba - Vikidia, l&amp;#39;encyclopédie des 8-13 ans">
            <a:extLst>
              <a:ext uri="{FF2B5EF4-FFF2-40B4-BE49-F238E27FC236}">
                <a16:creationId xmlns:a16="http://schemas.microsoft.com/office/drawing/2014/main" id="{52A31437-1C09-4084-9034-C16F3A8ED2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52" r="-1" b="12656"/>
          <a:stretch/>
        </p:blipFill>
        <p:spPr bwMode="auto">
          <a:xfrm>
            <a:off x="321733" y="321733"/>
            <a:ext cx="11548534" cy="6214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75695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personne, bateau, extérieur, gens&#10;&#10;Description générée automatiquement">
            <a:extLst>
              <a:ext uri="{FF2B5EF4-FFF2-40B4-BE49-F238E27FC236}">
                <a16:creationId xmlns:a16="http://schemas.microsoft.com/office/drawing/2014/main" id="{F78C24CF-4507-4998-B7CE-6DAC198154A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42" r="-1" b="5137"/>
          <a:stretch/>
        </p:blipFill>
        <p:spPr>
          <a:xfrm>
            <a:off x="321733" y="321733"/>
            <a:ext cx="11548534" cy="621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9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John F. Kennedy et la crise de Cuba (24 octobre 1962) - CVCE Website">
            <a:extLst>
              <a:ext uri="{FF2B5EF4-FFF2-40B4-BE49-F238E27FC236}">
                <a16:creationId xmlns:a16="http://schemas.microsoft.com/office/drawing/2014/main" id="{6705EA29-BA93-4A27-B1E8-F78EA4F642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73" r="-1" b="17924"/>
          <a:stretch/>
        </p:blipFill>
        <p:spPr bwMode="auto">
          <a:xfrm>
            <a:off x="321733" y="321733"/>
            <a:ext cx="11548534" cy="6214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65815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1C8E3A8B-DDC0-459D-990F-DA865A8362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9" t="2371" r="4024" b="2371"/>
          <a:stretch/>
        </p:blipFill>
        <p:spPr bwMode="auto">
          <a:xfrm>
            <a:off x="944880" y="162560"/>
            <a:ext cx="4937760" cy="6532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422A1BCF-D492-4C3A-931D-C4A152DCDAA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9" t="2371" r="3054" b="2371"/>
          <a:stretch/>
        </p:blipFill>
        <p:spPr bwMode="auto">
          <a:xfrm>
            <a:off x="6664959" y="111760"/>
            <a:ext cx="4937761" cy="6532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7830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>
            <a:extLst>
              <a:ext uri="{FF2B5EF4-FFF2-40B4-BE49-F238E27FC236}">
                <a16:creationId xmlns:a16="http://schemas.microsoft.com/office/drawing/2014/main" id="{6705EA29-BA93-4A27-B1E8-F78EA4F64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18" b="12818"/>
          <a:stretch/>
        </p:blipFill>
        <p:spPr bwMode="auto">
          <a:xfrm>
            <a:off x="321733" y="321733"/>
            <a:ext cx="11548534" cy="6214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54914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Octobre 1962, la crise des missiles de Cuba entraîne le monde au bord du  gouffre">
            <a:extLst>
              <a:ext uri="{FF2B5EF4-FFF2-40B4-BE49-F238E27FC236}">
                <a16:creationId xmlns:a16="http://schemas.microsoft.com/office/drawing/2014/main" id="{3AF37D33-76D8-4C7A-8CDC-B219E7C75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060" y="156726"/>
            <a:ext cx="10215880" cy="6544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6949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>
            <a:extLst>
              <a:ext uri="{FF2B5EF4-FFF2-40B4-BE49-F238E27FC236}">
                <a16:creationId xmlns:a16="http://schemas.microsoft.com/office/drawing/2014/main" id="{45B77256-F431-45DE-A9ED-3F1C5D51F2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9078"/>
          <a:stretch/>
        </p:blipFill>
        <p:spPr bwMode="auto">
          <a:xfrm>
            <a:off x="321733" y="321733"/>
            <a:ext cx="11548534" cy="6214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50685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>
            <a:extLst>
              <a:ext uri="{FF2B5EF4-FFF2-40B4-BE49-F238E27FC236}">
                <a16:creationId xmlns:a16="http://schemas.microsoft.com/office/drawing/2014/main" id="{009288B5-BBA4-49B0-A23B-0CB3966D0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8112" y="170793"/>
            <a:ext cx="9175775" cy="6516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151261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0</Words>
  <Application>Microsoft Office PowerPoint</Application>
  <PresentationFormat>Grand écran</PresentationFormat>
  <Paragraphs>0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Noé Guengant</dc:creator>
  <cp:lastModifiedBy>Noé Guengant</cp:lastModifiedBy>
  <cp:revision>1</cp:revision>
  <dcterms:created xsi:type="dcterms:W3CDTF">2022-01-06T00:45:43Z</dcterms:created>
  <dcterms:modified xsi:type="dcterms:W3CDTF">2022-01-06T01:30:22Z</dcterms:modified>
</cp:coreProperties>
</file>